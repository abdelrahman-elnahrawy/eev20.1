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56" r:id="rId2"/>
    <p:sldId id="257" r:id="rId3"/>
    <p:sldId id="258" r:id="rId4"/>
    <p:sldId id="260" r:id="rId5"/>
    <p:sldId id="267" r:id="rId6"/>
    <p:sldId id="268" r:id="rId7"/>
    <p:sldId id="259"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p:cViewPr>
        <p:scale>
          <a:sx n="125" d="100"/>
          <a:sy n="125" d="100"/>
        </p:scale>
        <p:origin x="90" y="-54"/>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5204CD-6958-4A55-82AA-4AD73B3B6A19}" type="doc">
      <dgm:prSet loTypeId="urn:microsoft.com/office/officeart/2005/8/layout/process4" loCatId="list" qsTypeId="urn:microsoft.com/office/officeart/2005/8/quickstyle/simple1" qsCatId="simple" csTypeId="urn:microsoft.com/office/officeart/2005/8/colors/colorful3" csCatId="colorful" phldr="1"/>
      <dgm:spPr/>
      <dgm:t>
        <a:bodyPr/>
        <a:lstStyle/>
        <a:p>
          <a:endParaRPr lang="en-US"/>
        </a:p>
      </dgm:t>
    </dgm:pt>
    <dgm:pt modelId="{C712D637-7FF1-401C-9304-F85D1B95B226}">
      <dgm:prSet phldrT="[Text]"/>
      <dgm:spPr/>
      <dgm:t>
        <a:bodyPr/>
        <a:lstStyle/>
        <a:p>
          <a:r>
            <a:rPr lang="en-US" dirty="0"/>
            <a:t>Step 1</a:t>
          </a:r>
        </a:p>
      </dgm:t>
      <dgm:extLst/>
    </dgm:pt>
    <dgm:pt modelId="{05E1DD5C-7FEF-48F0-9651-C74D082ACBA9}" type="parTrans" cxnId="{9653D664-EC18-40D7-9F5E-3B27A70DCA4D}">
      <dgm:prSet/>
      <dgm:spPr/>
      <dgm:t>
        <a:bodyPr/>
        <a:lstStyle/>
        <a:p>
          <a:endParaRPr lang="en-US"/>
        </a:p>
      </dgm:t>
    </dgm:pt>
    <dgm:pt modelId="{F14B97BF-E90F-4D5A-A42B-6364BCB81249}" type="sibTrans" cxnId="{9653D664-EC18-40D7-9F5E-3B27A70DCA4D}">
      <dgm:prSet/>
      <dgm:spPr/>
      <dgm:t>
        <a:bodyPr/>
        <a:lstStyle/>
        <a:p>
          <a:endParaRPr lang="en-US"/>
        </a:p>
      </dgm:t>
    </dgm:pt>
    <dgm:pt modelId="{DA33CDF4-5B94-4B92-9E0A-4DFD4CBFAF2D}">
      <dgm:prSet phldrT="[Text]"/>
      <dgm:spPr/>
      <dgm:t>
        <a:bodyPr/>
        <a:lstStyle/>
        <a:p>
          <a:r>
            <a:rPr lang="en-US" dirty="0" smtClean="0"/>
            <a:t>Install ETNAFS App.</a:t>
          </a:r>
          <a:endParaRPr lang="en-US" dirty="0"/>
        </a:p>
      </dgm:t>
    </dgm:pt>
    <dgm:pt modelId="{B7ECB8E0-4CD3-4804-BE8C-5260A5083C57}" type="parTrans" cxnId="{88A87FA6-C1EB-4109-9B9E-2FE10DE80F14}">
      <dgm:prSet/>
      <dgm:spPr/>
      <dgm:t>
        <a:bodyPr/>
        <a:lstStyle/>
        <a:p>
          <a:endParaRPr lang="en-US"/>
        </a:p>
      </dgm:t>
    </dgm:pt>
    <dgm:pt modelId="{D3EF4DE2-351E-4A5C-980A-1BBDC899AAC2}" type="sibTrans" cxnId="{88A87FA6-C1EB-4109-9B9E-2FE10DE80F14}">
      <dgm:prSet/>
      <dgm:spPr/>
      <dgm:t>
        <a:bodyPr/>
        <a:lstStyle/>
        <a:p>
          <a:endParaRPr lang="en-US"/>
        </a:p>
      </dgm:t>
    </dgm:pt>
    <dgm:pt modelId="{DB6AA457-F75F-415D-BDD5-92045774FE4B}">
      <dgm:prSet phldrT="[Text]"/>
      <dgm:spPr/>
      <dgm:t>
        <a:bodyPr/>
        <a:lstStyle/>
        <a:p>
          <a:r>
            <a:rPr lang="en-US" dirty="0"/>
            <a:t>Step 2</a:t>
          </a:r>
        </a:p>
      </dgm:t>
    </dgm:pt>
    <dgm:pt modelId="{195DBB62-3C1E-4BED-ADB6-6E31CA6ABD63}" type="parTrans" cxnId="{93F76B4F-907D-4630-B1A9-C3BE3C102DFF}">
      <dgm:prSet/>
      <dgm:spPr/>
      <dgm:t>
        <a:bodyPr/>
        <a:lstStyle/>
        <a:p>
          <a:endParaRPr lang="en-US"/>
        </a:p>
      </dgm:t>
    </dgm:pt>
    <dgm:pt modelId="{C684833D-85CC-4010-A138-ABC65E139C69}" type="sibTrans" cxnId="{93F76B4F-907D-4630-B1A9-C3BE3C102DFF}">
      <dgm:prSet/>
      <dgm:spPr/>
      <dgm:t>
        <a:bodyPr/>
        <a:lstStyle/>
        <a:p>
          <a:endParaRPr lang="en-US"/>
        </a:p>
      </dgm:t>
    </dgm:pt>
    <dgm:pt modelId="{3FE03ED9-3066-4E28-8291-0B1764DC85D6}">
      <dgm:prSet phldrT="[Text]"/>
      <dgm:spPr/>
      <dgm:t>
        <a:bodyPr/>
        <a:lstStyle/>
        <a:p>
          <a:r>
            <a:rPr lang="en-US" dirty="0" smtClean="0"/>
            <a:t>Scan Device QR-code</a:t>
          </a:r>
          <a:endParaRPr lang="en-US" dirty="0"/>
        </a:p>
      </dgm:t>
    </dgm:pt>
    <dgm:pt modelId="{70F79093-990B-4C69-A0BC-6E28D692D24F}" type="parTrans" cxnId="{EF7A2011-FCAC-41A8-A305-634BF780B59D}">
      <dgm:prSet/>
      <dgm:spPr/>
      <dgm:t>
        <a:bodyPr/>
        <a:lstStyle/>
        <a:p>
          <a:endParaRPr lang="en-US"/>
        </a:p>
      </dgm:t>
    </dgm:pt>
    <dgm:pt modelId="{2D17DCF5-1F10-4F99-AFA5-9D17F12D0A73}" type="sibTrans" cxnId="{EF7A2011-FCAC-41A8-A305-634BF780B59D}">
      <dgm:prSet/>
      <dgm:spPr/>
      <dgm:t>
        <a:bodyPr/>
        <a:lstStyle/>
        <a:p>
          <a:endParaRPr lang="en-US"/>
        </a:p>
      </dgm:t>
    </dgm:pt>
    <dgm:pt modelId="{C3DC95A2-4D92-42C5-966E-8600E4BA31BD}">
      <dgm:prSet phldrT="[Text]"/>
      <dgm:spPr/>
      <dgm:t>
        <a:bodyPr/>
        <a:lstStyle/>
        <a:p>
          <a:r>
            <a:rPr lang="en-US" dirty="0"/>
            <a:t>Step 3</a:t>
          </a:r>
        </a:p>
      </dgm:t>
    </dgm:pt>
    <dgm:pt modelId="{F9D94033-59E5-4228-A5F3-6CB272E77E3B}" type="parTrans" cxnId="{8A476EEB-6A39-4004-AD8C-BD56913E7B26}">
      <dgm:prSet/>
      <dgm:spPr/>
      <dgm:t>
        <a:bodyPr/>
        <a:lstStyle/>
        <a:p>
          <a:endParaRPr lang="en-US"/>
        </a:p>
      </dgm:t>
    </dgm:pt>
    <dgm:pt modelId="{A43E3114-C8AC-4F44-952D-8A0D6A8A6B45}" type="sibTrans" cxnId="{8A476EEB-6A39-4004-AD8C-BD56913E7B26}">
      <dgm:prSet/>
      <dgm:spPr/>
      <dgm:t>
        <a:bodyPr/>
        <a:lstStyle/>
        <a:p>
          <a:endParaRPr lang="en-US"/>
        </a:p>
      </dgm:t>
    </dgm:pt>
    <dgm:pt modelId="{B5387FF0-0982-441E-9F8E-19335142671C}">
      <dgm:prSet phldrT="[Text]"/>
      <dgm:spPr/>
      <dgm:t>
        <a:bodyPr/>
        <a:lstStyle/>
        <a:p>
          <a:r>
            <a:rPr lang="en-US" dirty="0" smtClean="0"/>
            <a:t>Monitor the graphs</a:t>
          </a:r>
          <a:endParaRPr lang="en-US" dirty="0"/>
        </a:p>
      </dgm:t>
    </dgm:pt>
    <dgm:pt modelId="{FE9534D2-E5E4-4494-A37E-5724362DB3AC}" type="parTrans" cxnId="{7F70C7BE-72E8-441E-B7CF-522ADEA91ECB}">
      <dgm:prSet/>
      <dgm:spPr/>
      <dgm:t>
        <a:bodyPr/>
        <a:lstStyle/>
        <a:p>
          <a:endParaRPr lang="en-US"/>
        </a:p>
      </dgm:t>
    </dgm:pt>
    <dgm:pt modelId="{0DB486FB-DB2E-4894-89D1-AA4679580390}" type="sibTrans" cxnId="{7F70C7BE-72E8-441E-B7CF-522ADEA91ECB}">
      <dgm:prSet/>
      <dgm:spPr/>
      <dgm:t>
        <a:bodyPr/>
        <a:lstStyle/>
        <a:p>
          <a:endParaRPr lang="en-US"/>
        </a:p>
      </dgm:t>
    </dgm:pt>
    <dgm:pt modelId="{31D3AE5D-DA06-4E2D-9D68-F5531DFE7C2B}" type="pres">
      <dgm:prSet presAssocID="{CD5204CD-6958-4A55-82AA-4AD73B3B6A19}" presName="Name0" presStyleCnt="0">
        <dgm:presLayoutVars>
          <dgm:dir/>
          <dgm:animLvl val="lvl"/>
          <dgm:resizeHandles val="exact"/>
        </dgm:presLayoutVars>
      </dgm:prSet>
      <dgm:spPr/>
      <dgm:t>
        <a:bodyPr/>
        <a:lstStyle/>
        <a:p>
          <a:endParaRPr lang="en-US"/>
        </a:p>
      </dgm:t>
    </dgm:pt>
    <dgm:pt modelId="{127AFF01-F37D-42CC-8885-1689151201CD}" type="pres">
      <dgm:prSet presAssocID="{C3DC95A2-4D92-42C5-966E-8600E4BA31BD}" presName="boxAndChildren" presStyleCnt="0"/>
      <dgm:spPr/>
    </dgm:pt>
    <dgm:pt modelId="{588D9B7D-EC68-4FB0-96F2-2E47AC868059}" type="pres">
      <dgm:prSet presAssocID="{C3DC95A2-4D92-42C5-966E-8600E4BA31BD}" presName="parentTextBox" presStyleLbl="node1" presStyleIdx="0" presStyleCnt="3"/>
      <dgm:spPr/>
      <dgm:t>
        <a:bodyPr/>
        <a:lstStyle/>
        <a:p>
          <a:endParaRPr lang="en-US"/>
        </a:p>
      </dgm:t>
    </dgm:pt>
    <dgm:pt modelId="{B752F9F5-2482-4D52-A33E-BE0263F4B0EA}" type="pres">
      <dgm:prSet presAssocID="{C3DC95A2-4D92-42C5-966E-8600E4BA31BD}" presName="entireBox" presStyleLbl="node1" presStyleIdx="0" presStyleCnt="3"/>
      <dgm:spPr/>
      <dgm:t>
        <a:bodyPr/>
        <a:lstStyle/>
        <a:p>
          <a:endParaRPr lang="en-US"/>
        </a:p>
      </dgm:t>
    </dgm:pt>
    <dgm:pt modelId="{2DA8AD2F-BF50-4911-9A17-8274766C00A6}" type="pres">
      <dgm:prSet presAssocID="{C3DC95A2-4D92-42C5-966E-8600E4BA31BD}" presName="descendantBox" presStyleCnt="0"/>
      <dgm:spPr/>
    </dgm:pt>
    <dgm:pt modelId="{0F0AC827-ACAE-4C23-875D-A4B53006A73F}" type="pres">
      <dgm:prSet presAssocID="{B5387FF0-0982-441E-9F8E-19335142671C}" presName="childTextBox" presStyleLbl="fgAccFollowNode1" presStyleIdx="0" presStyleCnt="3" custLinFactNeighborY="7434">
        <dgm:presLayoutVars>
          <dgm:bulletEnabled val="1"/>
        </dgm:presLayoutVars>
      </dgm:prSet>
      <dgm:spPr/>
      <dgm:t>
        <a:bodyPr/>
        <a:lstStyle/>
        <a:p>
          <a:endParaRPr lang="en-US"/>
        </a:p>
      </dgm:t>
    </dgm:pt>
    <dgm:pt modelId="{7F8DEC81-0DCB-4545-8129-1A1632B41B5E}" type="pres">
      <dgm:prSet presAssocID="{C684833D-85CC-4010-A138-ABC65E139C69}" presName="sp" presStyleCnt="0"/>
      <dgm:spPr/>
    </dgm:pt>
    <dgm:pt modelId="{33200553-5A1C-45F1-A422-26ECCEDBD439}" type="pres">
      <dgm:prSet presAssocID="{DB6AA457-F75F-415D-BDD5-92045774FE4B}" presName="arrowAndChildren" presStyleCnt="0"/>
      <dgm:spPr/>
    </dgm:pt>
    <dgm:pt modelId="{7371425A-4D37-4FA7-A21E-1529F4324E45}" type="pres">
      <dgm:prSet presAssocID="{DB6AA457-F75F-415D-BDD5-92045774FE4B}" presName="parentTextArrow" presStyleLbl="node1" presStyleIdx="0" presStyleCnt="3"/>
      <dgm:spPr/>
      <dgm:t>
        <a:bodyPr/>
        <a:lstStyle/>
        <a:p>
          <a:endParaRPr lang="en-US"/>
        </a:p>
      </dgm:t>
    </dgm:pt>
    <dgm:pt modelId="{80AD606B-F25E-46DF-B405-18F7D2EAE74A}" type="pres">
      <dgm:prSet presAssocID="{DB6AA457-F75F-415D-BDD5-92045774FE4B}" presName="arrow" presStyleLbl="node1" presStyleIdx="1" presStyleCnt="3"/>
      <dgm:spPr/>
      <dgm:t>
        <a:bodyPr/>
        <a:lstStyle/>
        <a:p>
          <a:endParaRPr lang="en-US"/>
        </a:p>
      </dgm:t>
    </dgm:pt>
    <dgm:pt modelId="{72E9B7A5-E5DC-46EA-A30C-DAC09ADD2BF7}" type="pres">
      <dgm:prSet presAssocID="{DB6AA457-F75F-415D-BDD5-92045774FE4B}" presName="descendantArrow" presStyleCnt="0"/>
      <dgm:spPr/>
    </dgm:pt>
    <dgm:pt modelId="{A6EE397C-6C28-4128-BFFE-CFF44F70153F}" type="pres">
      <dgm:prSet presAssocID="{3FE03ED9-3066-4E28-8291-0B1764DC85D6}" presName="childTextArrow" presStyleLbl="fgAccFollowNode1" presStyleIdx="1" presStyleCnt="3">
        <dgm:presLayoutVars>
          <dgm:bulletEnabled val="1"/>
        </dgm:presLayoutVars>
      </dgm:prSet>
      <dgm:spPr/>
      <dgm:t>
        <a:bodyPr/>
        <a:lstStyle/>
        <a:p>
          <a:endParaRPr lang="en-US"/>
        </a:p>
      </dgm:t>
    </dgm:pt>
    <dgm:pt modelId="{0226793B-92A0-4530-A8D1-D80AF6A16C31}" type="pres">
      <dgm:prSet presAssocID="{F14B97BF-E90F-4D5A-A42B-6364BCB81249}" presName="sp" presStyleCnt="0"/>
      <dgm:spPr/>
    </dgm:pt>
    <dgm:pt modelId="{1A669411-1539-46A4-9D6E-2C85E15B0FA6}" type="pres">
      <dgm:prSet presAssocID="{C712D637-7FF1-401C-9304-F85D1B95B226}" presName="arrowAndChildren" presStyleCnt="0"/>
      <dgm:spPr/>
    </dgm:pt>
    <dgm:pt modelId="{859CA2CA-8A33-4975-9F01-7A3C8BB729DE}" type="pres">
      <dgm:prSet presAssocID="{C712D637-7FF1-401C-9304-F85D1B95B226}" presName="parentTextArrow" presStyleLbl="node1" presStyleIdx="1" presStyleCnt="3"/>
      <dgm:spPr/>
      <dgm:t>
        <a:bodyPr/>
        <a:lstStyle/>
        <a:p>
          <a:endParaRPr lang="en-US"/>
        </a:p>
      </dgm:t>
    </dgm:pt>
    <dgm:pt modelId="{A48265CE-F3A3-46DB-9DD2-97590B4DBB84}" type="pres">
      <dgm:prSet presAssocID="{C712D637-7FF1-401C-9304-F85D1B95B226}" presName="arrow" presStyleLbl="node1" presStyleIdx="2" presStyleCnt="3"/>
      <dgm:spPr/>
      <dgm:t>
        <a:bodyPr/>
        <a:lstStyle/>
        <a:p>
          <a:endParaRPr lang="en-US"/>
        </a:p>
      </dgm:t>
    </dgm:pt>
    <dgm:pt modelId="{DB89CC08-BF2F-4B2E-B88D-22F7BE6ECA5F}" type="pres">
      <dgm:prSet presAssocID="{C712D637-7FF1-401C-9304-F85D1B95B226}" presName="descendantArrow" presStyleCnt="0"/>
      <dgm:spPr/>
    </dgm:pt>
    <dgm:pt modelId="{3EC7D028-ECEA-492B-A6F1-68E9B57B69C6}" type="pres">
      <dgm:prSet presAssocID="{DA33CDF4-5B94-4B92-9E0A-4DFD4CBFAF2D}" presName="childTextArrow" presStyleLbl="fgAccFollowNode1" presStyleIdx="2" presStyleCnt="3">
        <dgm:presLayoutVars>
          <dgm:bulletEnabled val="1"/>
        </dgm:presLayoutVars>
      </dgm:prSet>
      <dgm:spPr/>
      <dgm:t>
        <a:bodyPr/>
        <a:lstStyle/>
        <a:p>
          <a:endParaRPr lang="en-US"/>
        </a:p>
      </dgm:t>
    </dgm:pt>
  </dgm:ptLst>
  <dgm:cxnLst>
    <dgm:cxn modelId="{0CE79BAC-C717-4253-9B80-C8A96B03C6F6}" type="presOf" srcId="{DB6AA457-F75F-415D-BDD5-92045774FE4B}" destId="{7371425A-4D37-4FA7-A21E-1529F4324E45}" srcOrd="0" destOrd="0" presId="urn:microsoft.com/office/officeart/2005/8/layout/process4"/>
    <dgm:cxn modelId="{C5225FAC-9385-411A-BFDD-CA9618BF9F59}" type="presOf" srcId="{C3DC95A2-4D92-42C5-966E-8600E4BA31BD}" destId="{588D9B7D-EC68-4FB0-96F2-2E47AC868059}" srcOrd="0" destOrd="0" presId="urn:microsoft.com/office/officeart/2005/8/layout/process4"/>
    <dgm:cxn modelId="{9653D664-EC18-40D7-9F5E-3B27A70DCA4D}" srcId="{CD5204CD-6958-4A55-82AA-4AD73B3B6A19}" destId="{C712D637-7FF1-401C-9304-F85D1B95B226}" srcOrd="0" destOrd="0" parTransId="{05E1DD5C-7FEF-48F0-9651-C74D082ACBA9}" sibTransId="{F14B97BF-E90F-4D5A-A42B-6364BCB81249}"/>
    <dgm:cxn modelId="{88A87FA6-C1EB-4109-9B9E-2FE10DE80F14}" srcId="{C712D637-7FF1-401C-9304-F85D1B95B226}" destId="{DA33CDF4-5B94-4B92-9E0A-4DFD4CBFAF2D}" srcOrd="0" destOrd="0" parTransId="{B7ECB8E0-4CD3-4804-BE8C-5260A5083C57}" sibTransId="{D3EF4DE2-351E-4A5C-980A-1BBDC899AAC2}"/>
    <dgm:cxn modelId="{8A476EEB-6A39-4004-AD8C-BD56913E7B26}" srcId="{CD5204CD-6958-4A55-82AA-4AD73B3B6A19}" destId="{C3DC95A2-4D92-42C5-966E-8600E4BA31BD}" srcOrd="2" destOrd="0" parTransId="{F9D94033-59E5-4228-A5F3-6CB272E77E3B}" sibTransId="{A43E3114-C8AC-4F44-952D-8A0D6A8A6B45}"/>
    <dgm:cxn modelId="{8F9C94B8-2722-4DFB-8419-922357272B6B}" type="presOf" srcId="{CD5204CD-6958-4A55-82AA-4AD73B3B6A19}" destId="{31D3AE5D-DA06-4E2D-9D68-F5531DFE7C2B}" srcOrd="0" destOrd="0" presId="urn:microsoft.com/office/officeart/2005/8/layout/process4"/>
    <dgm:cxn modelId="{6E6CA696-8B54-476F-8D51-CE9ECC050E3A}" type="presOf" srcId="{DA33CDF4-5B94-4B92-9E0A-4DFD4CBFAF2D}" destId="{3EC7D028-ECEA-492B-A6F1-68E9B57B69C6}" srcOrd="0" destOrd="0" presId="urn:microsoft.com/office/officeart/2005/8/layout/process4"/>
    <dgm:cxn modelId="{2F493247-DD71-42E2-BA13-315F9C6D9D25}" type="presOf" srcId="{C712D637-7FF1-401C-9304-F85D1B95B226}" destId="{A48265CE-F3A3-46DB-9DD2-97590B4DBB84}" srcOrd="1" destOrd="0" presId="urn:microsoft.com/office/officeart/2005/8/layout/process4"/>
    <dgm:cxn modelId="{CAE3D8D7-871D-4B8C-B4F6-79D747E55EE8}" type="presOf" srcId="{3FE03ED9-3066-4E28-8291-0B1764DC85D6}" destId="{A6EE397C-6C28-4128-BFFE-CFF44F70153F}" srcOrd="0" destOrd="0" presId="urn:microsoft.com/office/officeart/2005/8/layout/process4"/>
    <dgm:cxn modelId="{93F76B4F-907D-4630-B1A9-C3BE3C102DFF}" srcId="{CD5204CD-6958-4A55-82AA-4AD73B3B6A19}" destId="{DB6AA457-F75F-415D-BDD5-92045774FE4B}" srcOrd="1" destOrd="0" parTransId="{195DBB62-3C1E-4BED-ADB6-6E31CA6ABD63}" sibTransId="{C684833D-85CC-4010-A138-ABC65E139C69}"/>
    <dgm:cxn modelId="{8C9BD688-12E5-4F5A-8BDA-E772A4740AB3}" type="presOf" srcId="{C712D637-7FF1-401C-9304-F85D1B95B226}" destId="{859CA2CA-8A33-4975-9F01-7A3C8BB729DE}" srcOrd="0" destOrd="0" presId="urn:microsoft.com/office/officeart/2005/8/layout/process4"/>
    <dgm:cxn modelId="{4BC4F29C-6AF5-4F17-9CDA-1468FA88B1A3}" type="presOf" srcId="{B5387FF0-0982-441E-9F8E-19335142671C}" destId="{0F0AC827-ACAE-4C23-875D-A4B53006A73F}" srcOrd="0" destOrd="0" presId="urn:microsoft.com/office/officeart/2005/8/layout/process4"/>
    <dgm:cxn modelId="{0203F2AF-F4DC-42DB-872C-0270CF20114A}" type="presOf" srcId="{C3DC95A2-4D92-42C5-966E-8600E4BA31BD}" destId="{B752F9F5-2482-4D52-A33E-BE0263F4B0EA}" srcOrd="1" destOrd="0" presId="urn:microsoft.com/office/officeart/2005/8/layout/process4"/>
    <dgm:cxn modelId="{EF7A2011-FCAC-41A8-A305-634BF780B59D}" srcId="{DB6AA457-F75F-415D-BDD5-92045774FE4B}" destId="{3FE03ED9-3066-4E28-8291-0B1764DC85D6}" srcOrd="0" destOrd="0" parTransId="{70F79093-990B-4C69-A0BC-6E28D692D24F}" sibTransId="{2D17DCF5-1F10-4F99-AFA5-9D17F12D0A73}"/>
    <dgm:cxn modelId="{0ED8DE1E-44AE-4D6E-B272-36A837D116F5}" type="presOf" srcId="{DB6AA457-F75F-415D-BDD5-92045774FE4B}" destId="{80AD606B-F25E-46DF-B405-18F7D2EAE74A}" srcOrd="1" destOrd="0" presId="urn:microsoft.com/office/officeart/2005/8/layout/process4"/>
    <dgm:cxn modelId="{7F70C7BE-72E8-441E-B7CF-522ADEA91ECB}" srcId="{C3DC95A2-4D92-42C5-966E-8600E4BA31BD}" destId="{B5387FF0-0982-441E-9F8E-19335142671C}" srcOrd="0" destOrd="0" parTransId="{FE9534D2-E5E4-4494-A37E-5724362DB3AC}" sibTransId="{0DB486FB-DB2E-4894-89D1-AA4679580390}"/>
    <dgm:cxn modelId="{598A8450-75AF-481D-9841-1D23F9884FD1}" type="presParOf" srcId="{31D3AE5D-DA06-4E2D-9D68-F5531DFE7C2B}" destId="{127AFF01-F37D-42CC-8885-1689151201CD}" srcOrd="0" destOrd="0" presId="urn:microsoft.com/office/officeart/2005/8/layout/process4"/>
    <dgm:cxn modelId="{DA7B1C90-E6CA-4055-851A-0557606EBDAC}" type="presParOf" srcId="{127AFF01-F37D-42CC-8885-1689151201CD}" destId="{588D9B7D-EC68-4FB0-96F2-2E47AC868059}" srcOrd="0" destOrd="0" presId="urn:microsoft.com/office/officeart/2005/8/layout/process4"/>
    <dgm:cxn modelId="{0E7073F3-923D-4ED6-B41B-384A82C8C200}" type="presParOf" srcId="{127AFF01-F37D-42CC-8885-1689151201CD}" destId="{B752F9F5-2482-4D52-A33E-BE0263F4B0EA}" srcOrd="1" destOrd="0" presId="urn:microsoft.com/office/officeart/2005/8/layout/process4"/>
    <dgm:cxn modelId="{34DACDD9-579D-484A-A6CA-92F20AC63C35}" type="presParOf" srcId="{127AFF01-F37D-42CC-8885-1689151201CD}" destId="{2DA8AD2F-BF50-4911-9A17-8274766C00A6}" srcOrd="2" destOrd="0" presId="urn:microsoft.com/office/officeart/2005/8/layout/process4"/>
    <dgm:cxn modelId="{02D123F8-1DC9-4E29-B79E-8AF74BABCE28}" type="presParOf" srcId="{2DA8AD2F-BF50-4911-9A17-8274766C00A6}" destId="{0F0AC827-ACAE-4C23-875D-A4B53006A73F}" srcOrd="0" destOrd="0" presId="urn:microsoft.com/office/officeart/2005/8/layout/process4"/>
    <dgm:cxn modelId="{47EA5B00-FECA-4EA3-8858-020831D68EBC}" type="presParOf" srcId="{31D3AE5D-DA06-4E2D-9D68-F5531DFE7C2B}" destId="{7F8DEC81-0DCB-4545-8129-1A1632B41B5E}" srcOrd="1" destOrd="0" presId="urn:microsoft.com/office/officeart/2005/8/layout/process4"/>
    <dgm:cxn modelId="{F9086655-70F6-4D62-803D-9FB2B9CECBD7}" type="presParOf" srcId="{31D3AE5D-DA06-4E2D-9D68-F5531DFE7C2B}" destId="{33200553-5A1C-45F1-A422-26ECCEDBD439}" srcOrd="2" destOrd="0" presId="urn:microsoft.com/office/officeart/2005/8/layout/process4"/>
    <dgm:cxn modelId="{F9C4E479-1A12-49B4-840E-90ED42B6D93D}" type="presParOf" srcId="{33200553-5A1C-45F1-A422-26ECCEDBD439}" destId="{7371425A-4D37-4FA7-A21E-1529F4324E45}" srcOrd="0" destOrd="0" presId="urn:microsoft.com/office/officeart/2005/8/layout/process4"/>
    <dgm:cxn modelId="{48F1D443-1A01-4371-8854-D60E466CE0B6}" type="presParOf" srcId="{33200553-5A1C-45F1-A422-26ECCEDBD439}" destId="{80AD606B-F25E-46DF-B405-18F7D2EAE74A}" srcOrd="1" destOrd="0" presId="urn:microsoft.com/office/officeart/2005/8/layout/process4"/>
    <dgm:cxn modelId="{BAD9D01B-996C-4986-8FD9-37049CDB92B5}" type="presParOf" srcId="{33200553-5A1C-45F1-A422-26ECCEDBD439}" destId="{72E9B7A5-E5DC-46EA-A30C-DAC09ADD2BF7}" srcOrd="2" destOrd="0" presId="urn:microsoft.com/office/officeart/2005/8/layout/process4"/>
    <dgm:cxn modelId="{3F8AE4D0-C1B9-49A3-9D85-FA13C986C03B}" type="presParOf" srcId="{72E9B7A5-E5DC-46EA-A30C-DAC09ADD2BF7}" destId="{A6EE397C-6C28-4128-BFFE-CFF44F70153F}" srcOrd="0" destOrd="0" presId="urn:microsoft.com/office/officeart/2005/8/layout/process4"/>
    <dgm:cxn modelId="{DF157FA0-6CFF-475F-B2C1-C14A30CA284D}" type="presParOf" srcId="{31D3AE5D-DA06-4E2D-9D68-F5531DFE7C2B}" destId="{0226793B-92A0-4530-A8D1-D80AF6A16C31}" srcOrd="3" destOrd="0" presId="urn:microsoft.com/office/officeart/2005/8/layout/process4"/>
    <dgm:cxn modelId="{D9B8890F-622F-4EF7-B8C9-501999392107}" type="presParOf" srcId="{31D3AE5D-DA06-4E2D-9D68-F5531DFE7C2B}" destId="{1A669411-1539-46A4-9D6E-2C85E15B0FA6}" srcOrd="4" destOrd="0" presId="urn:microsoft.com/office/officeart/2005/8/layout/process4"/>
    <dgm:cxn modelId="{CF2E4F72-F757-4A14-BF45-750381229016}" type="presParOf" srcId="{1A669411-1539-46A4-9D6E-2C85E15B0FA6}" destId="{859CA2CA-8A33-4975-9F01-7A3C8BB729DE}" srcOrd="0" destOrd="0" presId="urn:microsoft.com/office/officeart/2005/8/layout/process4"/>
    <dgm:cxn modelId="{4476044B-B0FF-4572-BB01-9732B848392A}" type="presParOf" srcId="{1A669411-1539-46A4-9D6E-2C85E15B0FA6}" destId="{A48265CE-F3A3-46DB-9DD2-97590B4DBB84}" srcOrd="1" destOrd="0" presId="urn:microsoft.com/office/officeart/2005/8/layout/process4"/>
    <dgm:cxn modelId="{108CBA6F-ABE6-49B0-8D57-CCB454AC970F}" type="presParOf" srcId="{1A669411-1539-46A4-9D6E-2C85E15B0FA6}" destId="{DB89CC08-BF2F-4B2E-B88D-22F7BE6ECA5F}" srcOrd="2" destOrd="0" presId="urn:microsoft.com/office/officeart/2005/8/layout/process4"/>
    <dgm:cxn modelId="{5D529EFA-23A6-4C03-8BAF-B0DDF673418B}" type="presParOf" srcId="{DB89CC08-BF2F-4B2E-B88D-22F7BE6ECA5F}" destId="{3EC7D028-ECEA-492B-A6F1-68E9B57B69C6}"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52F9F5-2482-4D52-A33E-BE0263F4B0EA}">
      <dsp:nvSpPr>
        <dsp:cNvPr id="0" name=""/>
        <dsp:cNvSpPr/>
      </dsp:nvSpPr>
      <dsp:spPr>
        <a:xfrm>
          <a:off x="0" y="3443976"/>
          <a:ext cx="4800600" cy="113038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n-US" sz="2200" kern="1200" dirty="0"/>
            <a:t>Step 3</a:t>
          </a:r>
        </a:p>
      </dsp:txBody>
      <dsp:txXfrm>
        <a:off x="0" y="3443976"/>
        <a:ext cx="4800600" cy="610410"/>
      </dsp:txXfrm>
    </dsp:sp>
    <dsp:sp modelId="{0F0AC827-ACAE-4C23-875D-A4B53006A73F}">
      <dsp:nvSpPr>
        <dsp:cNvPr id="0" name=""/>
        <dsp:cNvSpPr/>
      </dsp:nvSpPr>
      <dsp:spPr>
        <a:xfrm>
          <a:off x="0" y="4055195"/>
          <a:ext cx="4800600" cy="519979"/>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4696" tIns="41910" rIns="234696" bIns="41910" numCol="1" spcCol="1270" anchor="ctr" anchorCtr="0">
          <a:noAutofit/>
        </a:bodyPr>
        <a:lstStyle/>
        <a:p>
          <a:pPr lvl="0" algn="ctr" defTabSz="1466850">
            <a:lnSpc>
              <a:spcPct val="90000"/>
            </a:lnSpc>
            <a:spcBef>
              <a:spcPct val="0"/>
            </a:spcBef>
            <a:spcAft>
              <a:spcPct val="35000"/>
            </a:spcAft>
          </a:pPr>
          <a:r>
            <a:rPr lang="en-US" sz="3300" kern="1200" dirty="0" smtClean="0"/>
            <a:t>Monitor the graphs</a:t>
          </a:r>
          <a:endParaRPr lang="en-US" sz="3300" kern="1200" dirty="0"/>
        </a:p>
      </dsp:txBody>
      <dsp:txXfrm>
        <a:off x="0" y="4055195"/>
        <a:ext cx="4800600" cy="519979"/>
      </dsp:txXfrm>
    </dsp:sp>
    <dsp:sp modelId="{80AD606B-F25E-46DF-B405-18F7D2EAE74A}">
      <dsp:nvSpPr>
        <dsp:cNvPr id="0" name=""/>
        <dsp:cNvSpPr/>
      </dsp:nvSpPr>
      <dsp:spPr>
        <a:xfrm rot="10800000">
          <a:off x="0" y="1722392"/>
          <a:ext cx="4800600" cy="1738539"/>
        </a:xfrm>
        <a:prstGeom prst="upArrowCallout">
          <a:avLst/>
        </a:prstGeom>
        <a:solidFill>
          <a:schemeClr val="accent3">
            <a:hueOff val="-2534557"/>
            <a:satOff val="-1169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n-US" sz="2200" kern="1200" dirty="0"/>
            <a:t>Step 2</a:t>
          </a:r>
        </a:p>
      </dsp:txBody>
      <dsp:txXfrm rot="-10800000">
        <a:off x="0" y="1722392"/>
        <a:ext cx="4800600" cy="610227"/>
      </dsp:txXfrm>
    </dsp:sp>
    <dsp:sp modelId="{A6EE397C-6C28-4128-BFFE-CFF44F70153F}">
      <dsp:nvSpPr>
        <dsp:cNvPr id="0" name=""/>
        <dsp:cNvSpPr/>
      </dsp:nvSpPr>
      <dsp:spPr>
        <a:xfrm>
          <a:off x="0" y="2332619"/>
          <a:ext cx="4800600" cy="519823"/>
        </a:xfrm>
        <a:prstGeom prst="rect">
          <a:avLst/>
        </a:prstGeom>
        <a:solidFill>
          <a:schemeClr val="accent3">
            <a:tint val="40000"/>
            <a:alpha val="90000"/>
            <a:hueOff val="-2741727"/>
            <a:satOff val="-1431"/>
            <a:lumOff val="123"/>
            <a:alphaOff val="0"/>
          </a:schemeClr>
        </a:solidFill>
        <a:ln w="12700" cap="flat" cmpd="sng" algn="ctr">
          <a:solidFill>
            <a:schemeClr val="accent3">
              <a:tint val="40000"/>
              <a:alpha val="90000"/>
              <a:hueOff val="-2741727"/>
              <a:satOff val="-1431"/>
              <a:lumOff val="12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4696" tIns="41910" rIns="234696" bIns="41910" numCol="1" spcCol="1270" anchor="ctr" anchorCtr="0">
          <a:noAutofit/>
        </a:bodyPr>
        <a:lstStyle/>
        <a:p>
          <a:pPr lvl="0" algn="ctr" defTabSz="1466850">
            <a:lnSpc>
              <a:spcPct val="90000"/>
            </a:lnSpc>
            <a:spcBef>
              <a:spcPct val="0"/>
            </a:spcBef>
            <a:spcAft>
              <a:spcPct val="35000"/>
            </a:spcAft>
          </a:pPr>
          <a:r>
            <a:rPr lang="en-US" sz="3300" kern="1200" dirty="0" smtClean="0"/>
            <a:t>Scan Device QR-code</a:t>
          </a:r>
          <a:endParaRPr lang="en-US" sz="3300" kern="1200" dirty="0"/>
        </a:p>
      </dsp:txBody>
      <dsp:txXfrm>
        <a:off x="0" y="2332619"/>
        <a:ext cx="4800600" cy="519823"/>
      </dsp:txXfrm>
    </dsp:sp>
    <dsp:sp modelId="{A48265CE-F3A3-46DB-9DD2-97590B4DBB84}">
      <dsp:nvSpPr>
        <dsp:cNvPr id="0" name=""/>
        <dsp:cNvSpPr/>
      </dsp:nvSpPr>
      <dsp:spPr>
        <a:xfrm rot="10800000">
          <a:off x="0" y="808"/>
          <a:ext cx="4800600" cy="1738539"/>
        </a:xfrm>
        <a:prstGeom prst="upArrowCallout">
          <a:avLst/>
        </a:prstGeom>
        <a:solidFill>
          <a:schemeClr val="accent3">
            <a:hueOff val="-5069114"/>
            <a:satOff val="-23387"/>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n-US" sz="2200" kern="1200" dirty="0"/>
            <a:t>Step 1</a:t>
          </a:r>
        </a:p>
      </dsp:txBody>
      <dsp:txXfrm rot="-10800000">
        <a:off x="0" y="808"/>
        <a:ext cx="4800600" cy="610227"/>
      </dsp:txXfrm>
    </dsp:sp>
    <dsp:sp modelId="{3EC7D028-ECEA-492B-A6F1-68E9B57B69C6}">
      <dsp:nvSpPr>
        <dsp:cNvPr id="0" name=""/>
        <dsp:cNvSpPr/>
      </dsp:nvSpPr>
      <dsp:spPr>
        <a:xfrm>
          <a:off x="0" y="611036"/>
          <a:ext cx="4800600" cy="519823"/>
        </a:xfrm>
        <a:prstGeom prst="rect">
          <a:avLst/>
        </a:prstGeom>
        <a:solidFill>
          <a:schemeClr val="accent3">
            <a:tint val="40000"/>
            <a:alpha val="90000"/>
            <a:hueOff val="-5483455"/>
            <a:satOff val="-2863"/>
            <a:lumOff val="247"/>
            <a:alphaOff val="0"/>
          </a:schemeClr>
        </a:solidFill>
        <a:ln w="12700" cap="flat" cmpd="sng" algn="ctr">
          <a:solidFill>
            <a:schemeClr val="accent3">
              <a:tint val="40000"/>
              <a:alpha val="90000"/>
              <a:hueOff val="-5483455"/>
              <a:satOff val="-2863"/>
              <a:lumOff val="24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4696" tIns="41910" rIns="234696" bIns="41910" numCol="1" spcCol="1270" anchor="ctr" anchorCtr="0">
          <a:noAutofit/>
        </a:bodyPr>
        <a:lstStyle/>
        <a:p>
          <a:pPr lvl="0" algn="ctr" defTabSz="1466850">
            <a:lnSpc>
              <a:spcPct val="90000"/>
            </a:lnSpc>
            <a:spcBef>
              <a:spcPct val="0"/>
            </a:spcBef>
            <a:spcAft>
              <a:spcPct val="35000"/>
            </a:spcAft>
          </a:pPr>
          <a:r>
            <a:rPr lang="en-US" sz="3300" kern="1200" dirty="0" smtClean="0"/>
            <a:t>Install ETNAFS App.</a:t>
          </a:r>
          <a:endParaRPr lang="en-US" sz="3300" kern="1200" dirty="0"/>
        </a:p>
      </dsp:txBody>
      <dsp:txXfrm>
        <a:off x="0" y="611036"/>
        <a:ext cx="4800600" cy="519823"/>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4/10/2020</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4/10/2020</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55D449-B875-4B8D-8E66-224D27E54C9A}" type="slidenum">
              <a:rPr lang="en-US" smtClean="0"/>
              <a:t>1</a:t>
            </a:fld>
            <a:endParaRPr lang="en-US"/>
          </a:p>
        </p:txBody>
      </p:sp>
    </p:spTree>
    <p:extLst>
      <p:ext uri="{BB962C8B-B14F-4D97-AF65-F5344CB8AC3E}">
        <p14:creationId xmlns:p14="http://schemas.microsoft.com/office/powerpoint/2010/main" val="2113092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55D449-B875-4B8D-8E66-224D27E54C9A}" type="slidenum">
              <a:rPr lang="en-US" smtClean="0"/>
              <a:t>2</a:t>
            </a:fld>
            <a:endParaRPr lang="en-US"/>
          </a:p>
        </p:txBody>
      </p:sp>
    </p:spTree>
    <p:extLst>
      <p:ext uri="{BB962C8B-B14F-4D97-AF65-F5344CB8AC3E}">
        <p14:creationId xmlns:p14="http://schemas.microsoft.com/office/powerpoint/2010/main" val="2219114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55D449-B875-4B8D-8E66-224D27E54C9A}" type="slidenum">
              <a:rPr lang="en-US" smtClean="0"/>
              <a:t>3</a:t>
            </a:fld>
            <a:endParaRPr lang="en-US"/>
          </a:p>
        </p:txBody>
      </p:sp>
    </p:spTree>
    <p:extLst>
      <p:ext uri="{BB962C8B-B14F-4D97-AF65-F5344CB8AC3E}">
        <p14:creationId xmlns:p14="http://schemas.microsoft.com/office/powerpoint/2010/main" val="752258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55D449-B875-4B8D-8E66-224D27E54C9A}" type="slidenum">
              <a:rPr lang="en-US" smtClean="0"/>
              <a:t>4</a:t>
            </a:fld>
            <a:endParaRPr lang="en-US"/>
          </a:p>
        </p:txBody>
      </p:sp>
    </p:spTree>
    <p:extLst>
      <p:ext uri="{BB962C8B-B14F-4D97-AF65-F5344CB8AC3E}">
        <p14:creationId xmlns:p14="http://schemas.microsoft.com/office/powerpoint/2010/main" val="3093749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55D449-B875-4B8D-8E66-224D27E54C9A}" type="slidenum">
              <a:rPr lang="en-US" smtClean="0"/>
              <a:t>5</a:t>
            </a:fld>
            <a:endParaRPr lang="en-US"/>
          </a:p>
        </p:txBody>
      </p:sp>
    </p:spTree>
    <p:extLst>
      <p:ext uri="{BB962C8B-B14F-4D97-AF65-F5344CB8AC3E}">
        <p14:creationId xmlns:p14="http://schemas.microsoft.com/office/powerpoint/2010/main" val="4053262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55D449-B875-4B8D-8E66-224D27E54C9A}" type="slidenum">
              <a:rPr lang="en-US" smtClean="0"/>
              <a:t>6</a:t>
            </a:fld>
            <a:endParaRPr lang="en-US"/>
          </a:p>
        </p:txBody>
      </p:sp>
    </p:spTree>
    <p:extLst>
      <p:ext uri="{BB962C8B-B14F-4D97-AF65-F5344CB8AC3E}">
        <p14:creationId xmlns:p14="http://schemas.microsoft.com/office/powerpoint/2010/main" val="3792938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55D449-B875-4B8D-8E66-224D27E54C9A}" type="slidenum">
              <a:rPr lang="en-US" smtClean="0"/>
              <a:t>7</a:t>
            </a:fld>
            <a:endParaRPr lang="en-US"/>
          </a:p>
        </p:txBody>
      </p:sp>
    </p:spTree>
    <p:extLst>
      <p:ext uri="{BB962C8B-B14F-4D97-AF65-F5344CB8AC3E}">
        <p14:creationId xmlns:p14="http://schemas.microsoft.com/office/powerpoint/2010/main" val="3461540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55D449-B875-4B8D-8E66-224D27E54C9A}" type="slidenum">
              <a:rPr lang="en-US" smtClean="0"/>
              <a:t>8</a:t>
            </a:fld>
            <a:endParaRPr lang="en-US"/>
          </a:p>
        </p:txBody>
      </p:sp>
    </p:spTree>
    <p:extLst>
      <p:ext uri="{BB962C8B-B14F-4D97-AF65-F5344CB8AC3E}">
        <p14:creationId xmlns:p14="http://schemas.microsoft.com/office/powerpoint/2010/main" val="20064949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smtClean="0"/>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4/10/2020</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smtClean="0"/>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4/10/2020</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4/10/2020</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4/10/2020</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4/10/2020</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smtClean="0"/>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4/10/2020</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4/10/2020</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smtClean="0"/>
              <a:t>Click to edit Master title style</a:t>
            </a:r>
            <a:endParaRPr dirty="0"/>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4/10/2020</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89214" y="1981200"/>
            <a:ext cx="4098175" cy="815180"/>
          </a:xfrm>
        </p:spPr>
        <p:txBody>
          <a:bodyPr/>
          <a:lstStyle/>
          <a:p>
            <a:r>
              <a:rPr lang="en-US" dirty="0" smtClean="0"/>
              <a:t>EEV-20.1</a:t>
            </a:r>
            <a:endParaRPr lang="en-US" dirty="0"/>
          </a:p>
        </p:txBody>
      </p:sp>
      <p:sp>
        <p:nvSpPr>
          <p:cNvPr id="3" name="Subtitle 2"/>
          <p:cNvSpPr>
            <a:spLocks noGrp="1"/>
          </p:cNvSpPr>
          <p:nvPr>
            <p:ph type="subTitle" idx="1"/>
          </p:nvPr>
        </p:nvSpPr>
        <p:spPr/>
        <p:txBody>
          <a:bodyPr/>
          <a:lstStyle/>
          <a:p>
            <a:r>
              <a:rPr lang="en-US" dirty="0" smtClean="0"/>
              <a:t>ETNAFS Team</a:t>
            </a:r>
            <a:endParaRPr lang="en-US" dirty="0"/>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Medical ventilators </a:t>
            </a:r>
            <a:r>
              <a:rPr lang="en-US" dirty="0"/>
              <a:t>and </a:t>
            </a:r>
            <a:r>
              <a:rPr lang="en-US" dirty="0" smtClean="0"/>
              <a:t>COVID-19</a:t>
            </a:r>
            <a:endParaRPr lang="en-US" dirty="0"/>
          </a:p>
        </p:txBody>
      </p:sp>
      <p:sp>
        <p:nvSpPr>
          <p:cNvPr id="3" name="Content Placeholder 2"/>
          <p:cNvSpPr>
            <a:spLocks noGrp="1"/>
          </p:cNvSpPr>
          <p:nvPr>
            <p:ph idx="1"/>
          </p:nvPr>
        </p:nvSpPr>
        <p:spPr/>
        <p:txBody>
          <a:bodyPr/>
          <a:lstStyle/>
          <a:p>
            <a:endParaRPr lang="en-US" dirty="0"/>
          </a:p>
          <a:p>
            <a:r>
              <a:rPr lang="en-US" dirty="0" smtClean="0"/>
              <a:t> 30% of Covid-19 hospitalized patients are likely to require mechanical ventilation (estimated 450,000 ventilator world wide in ninth of April </a:t>
            </a:r>
            <a:r>
              <a:rPr lang="en-US" dirty="0" smtClean="0"/>
              <a:t>2020)</a:t>
            </a:r>
            <a:endParaRPr lang="en-US" dirty="0" smtClean="0"/>
          </a:p>
          <a:p>
            <a:endParaRPr lang="en-US" dirty="0" smtClean="0"/>
          </a:p>
          <a:p>
            <a:endParaRPr lang="en-US" dirty="0" smtClean="0"/>
          </a:p>
          <a:p>
            <a:r>
              <a:rPr lang="en-US" dirty="0" smtClean="0"/>
              <a:t>The mechanical </a:t>
            </a:r>
            <a:r>
              <a:rPr lang="en-US" dirty="0"/>
              <a:t>ventilators </a:t>
            </a:r>
            <a:r>
              <a:rPr lang="en-US" dirty="0" smtClean="0"/>
              <a:t>prices can </a:t>
            </a:r>
            <a:r>
              <a:rPr lang="en-US" dirty="0"/>
              <a:t>range from $5,000 to $</a:t>
            </a:r>
            <a:r>
              <a:rPr lang="en-US" dirty="0" smtClean="0"/>
              <a:t>50,000.</a:t>
            </a:r>
            <a:endParaRPr lang="en-US" dirty="0" smtClean="0"/>
          </a:p>
        </p:txBody>
      </p:sp>
    </p:spTree>
    <p:extLst>
      <p:ext uri="{BB962C8B-B14F-4D97-AF65-F5344CB8AC3E}">
        <p14:creationId xmlns:p14="http://schemas.microsoft.com/office/powerpoint/2010/main" val="177296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EEV-20.1</a:t>
            </a:r>
            <a:endParaRPr lang="en-US" dirty="0"/>
          </a:p>
        </p:txBody>
      </p:sp>
      <p:sp>
        <p:nvSpPr>
          <p:cNvPr id="3" name="Content Placeholder 2"/>
          <p:cNvSpPr>
            <a:spLocks noGrp="1"/>
          </p:cNvSpPr>
          <p:nvPr>
            <p:ph idx="1"/>
          </p:nvPr>
        </p:nvSpPr>
        <p:spPr/>
        <p:txBody>
          <a:bodyPr/>
          <a:lstStyle/>
          <a:p>
            <a:r>
              <a:rPr lang="en-US" dirty="0" smtClean="0"/>
              <a:t>EEV-20.1 have 3 ways of power</a:t>
            </a:r>
          </a:p>
          <a:p>
            <a:pPr marL="457200" indent="-457200">
              <a:buFont typeface="+mj-lt"/>
              <a:buAutoNum type="arabicPeriod"/>
            </a:pPr>
            <a:r>
              <a:rPr lang="en-US" dirty="0" smtClean="0"/>
              <a:t>Internal rechargeable battery sustain the device for more than 1 </a:t>
            </a:r>
            <a:r>
              <a:rPr lang="en-US" dirty="0" smtClean="0"/>
              <a:t>hour.</a:t>
            </a:r>
            <a:endParaRPr lang="en-US" dirty="0" smtClean="0"/>
          </a:p>
          <a:p>
            <a:pPr marL="457200" indent="-457200">
              <a:buFont typeface="+mj-lt"/>
              <a:buAutoNum type="arabicPeriod"/>
            </a:pPr>
            <a:r>
              <a:rPr lang="en-US" dirty="0" smtClean="0"/>
              <a:t>12Volt 3 ampere power </a:t>
            </a:r>
            <a:r>
              <a:rPr lang="en-US" dirty="0" smtClean="0"/>
              <a:t>supply.</a:t>
            </a:r>
            <a:endParaRPr lang="en-US" dirty="0" smtClean="0"/>
          </a:p>
          <a:p>
            <a:pPr marL="457200" indent="-457200">
              <a:buFont typeface="+mj-lt"/>
              <a:buAutoNum type="arabicPeriod"/>
            </a:pPr>
            <a:r>
              <a:rPr lang="en-US" dirty="0" smtClean="0"/>
              <a:t>Two 9 volt </a:t>
            </a:r>
            <a:r>
              <a:rPr lang="en-US" dirty="0" smtClean="0"/>
              <a:t>batteries.</a:t>
            </a:r>
            <a:endParaRPr lang="en-US" dirty="0"/>
          </a:p>
        </p:txBody>
      </p:sp>
    </p:spTree>
    <p:extLst>
      <p:ext uri="{BB962C8B-B14F-4D97-AF65-F5344CB8AC3E}">
        <p14:creationId xmlns:p14="http://schemas.microsoft.com/office/powerpoint/2010/main" val="1928620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EEV-20.1</a:t>
            </a:r>
          </a:p>
        </p:txBody>
      </p:sp>
      <p:sp>
        <p:nvSpPr>
          <p:cNvPr id="3" name="Content Placeholder 2"/>
          <p:cNvSpPr>
            <a:spLocks noGrp="1"/>
          </p:cNvSpPr>
          <p:nvPr>
            <p:ph sz="half" idx="1"/>
          </p:nvPr>
        </p:nvSpPr>
        <p:spPr>
          <a:xfrm>
            <a:off x="1066800" y="1825624"/>
            <a:ext cx="10515600" cy="4575175"/>
          </a:xfrm>
        </p:spPr>
        <p:txBody>
          <a:bodyPr>
            <a:normAutofit/>
          </a:bodyPr>
          <a:lstStyle/>
          <a:p>
            <a:r>
              <a:rPr lang="en-US" dirty="0" smtClean="0"/>
              <a:t>Adjustable modes</a:t>
            </a:r>
          </a:p>
          <a:p>
            <a:pPr marL="1943100" lvl="8" indent="-342900">
              <a:buFont typeface="+mj-lt"/>
              <a:buAutoNum type="arabicPeriod"/>
            </a:pPr>
            <a:r>
              <a:rPr lang="en-US" dirty="0"/>
              <a:t>Continuous Positive Airway </a:t>
            </a:r>
            <a:r>
              <a:rPr lang="en-US" dirty="0" smtClean="0"/>
              <a:t>Pressure. </a:t>
            </a:r>
            <a:r>
              <a:rPr lang="en-US" dirty="0"/>
              <a:t>(CPAP</a:t>
            </a:r>
            <a:r>
              <a:rPr lang="en-US" dirty="0" smtClean="0"/>
              <a:t>)</a:t>
            </a:r>
            <a:endParaRPr lang="en-US" sz="1400" dirty="0"/>
          </a:p>
          <a:p>
            <a:pPr marL="1943100" lvl="8" indent="-342900">
              <a:buFont typeface="+mj-lt"/>
              <a:buAutoNum type="arabicPeriod"/>
            </a:pPr>
            <a:r>
              <a:rPr lang="en-US" dirty="0"/>
              <a:t>Continuous Mandatory </a:t>
            </a:r>
            <a:r>
              <a:rPr lang="en-US" dirty="0" smtClean="0"/>
              <a:t>Ventilation. </a:t>
            </a:r>
            <a:r>
              <a:rPr lang="en-US" dirty="0"/>
              <a:t>(CMV</a:t>
            </a:r>
            <a:r>
              <a:rPr lang="en-US" dirty="0" smtClean="0"/>
              <a:t>)</a:t>
            </a:r>
            <a:endParaRPr lang="en-US" sz="1400" dirty="0"/>
          </a:p>
          <a:p>
            <a:pPr marL="1943100" lvl="8" indent="-342900">
              <a:buFont typeface="+mj-lt"/>
              <a:buAutoNum type="arabicPeriod"/>
            </a:pPr>
            <a:r>
              <a:rPr lang="en-US" dirty="0"/>
              <a:t>Synchronous Intermittent Mandatory </a:t>
            </a:r>
            <a:r>
              <a:rPr lang="en-US" dirty="0" smtClean="0"/>
              <a:t>Ventilation. </a:t>
            </a:r>
            <a:r>
              <a:rPr lang="en-US" dirty="0"/>
              <a:t>(SIMV</a:t>
            </a:r>
            <a:r>
              <a:rPr lang="en-US" dirty="0" smtClean="0"/>
              <a:t>)</a:t>
            </a:r>
            <a:endParaRPr lang="en-US" sz="1400" dirty="0"/>
          </a:p>
          <a:p>
            <a:pPr marL="1943100" lvl="8" indent="-342900">
              <a:buFont typeface="+mj-lt"/>
              <a:buAutoNum type="arabicPeriod"/>
            </a:pPr>
            <a:r>
              <a:rPr lang="en-US" dirty="0"/>
              <a:t>Airway Pressure Release </a:t>
            </a:r>
            <a:r>
              <a:rPr lang="en-US" dirty="0" smtClean="0"/>
              <a:t>Ventilation. </a:t>
            </a:r>
            <a:r>
              <a:rPr lang="en-US" dirty="0"/>
              <a:t>(APRV</a:t>
            </a:r>
            <a:r>
              <a:rPr lang="en-US" dirty="0" smtClean="0"/>
              <a:t>)</a:t>
            </a:r>
            <a:endParaRPr lang="en-US" sz="1400" dirty="0"/>
          </a:p>
          <a:p>
            <a:pPr marL="1943100" lvl="8" indent="-342900">
              <a:buFont typeface="+mj-lt"/>
              <a:buAutoNum type="arabicPeriod"/>
            </a:pPr>
            <a:r>
              <a:rPr lang="en-US" dirty="0"/>
              <a:t>Pressure Support </a:t>
            </a:r>
            <a:r>
              <a:rPr lang="en-US" dirty="0" smtClean="0"/>
              <a:t>Ventilation. </a:t>
            </a:r>
            <a:r>
              <a:rPr lang="en-US" dirty="0"/>
              <a:t>(PSV</a:t>
            </a:r>
            <a:r>
              <a:rPr lang="en-US" dirty="0" smtClean="0"/>
              <a:t>)</a:t>
            </a:r>
            <a:endParaRPr lang="en-US" dirty="0"/>
          </a:p>
          <a:p>
            <a:pPr lvl="0"/>
            <a:r>
              <a:rPr lang="en-US" dirty="0" smtClean="0"/>
              <a:t>Range </a:t>
            </a:r>
            <a:r>
              <a:rPr lang="en-US" dirty="0"/>
              <a:t>5 to 37 cm </a:t>
            </a:r>
            <a:r>
              <a:rPr lang="en-US" dirty="0" smtClean="0"/>
              <a:t>H O </a:t>
            </a:r>
            <a:r>
              <a:rPr lang="en-US" dirty="0"/>
              <a:t>adjustable in 1 </a:t>
            </a:r>
            <a:r>
              <a:rPr lang="en-US" dirty="0" smtClean="0"/>
              <a:t>cmH O </a:t>
            </a:r>
            <a:r>
              <a:rPr lang="en-US" dirty="0"/>
              <a:t>increment(+-</a:t>
            </a:r>
            <a:r>
              <a:rPr lang="en-US" dirty="0" smtClean="0"/>
              <a:t>0.001cmH O).</a:t>
            </a:r>
            <a:endParaRPr lang="en-US" dirty="0"/>
          </a:p>
          <a:p>
            <a:pPr lvl="0"/>
            <a:r>
              <a:rPr lang="en-US" dirty="0" smtClean="0"/>
              <a:t>Expiratory </a:t>
            </a:r>
            <a:r>
              <a:rPr lang="en-US" dirty="0"/>
              <a:t>ratio (I:E) adjustable in the range 1.0 to 4.0 in 1 </a:t>
            </a:r>
            <a:r>
              <a:rPr lang="en-US" dirty="0" smtClean="0"/>
              <a:t>increment.</a:t>
            </a:r>
            <a:endParaRPr lang="en-US" dirty="0"/>
          </a:p>
          <a:p>
            <a:pPr lvl="0"/>
            <a:r>
              <a:rPr lang="en-US" dirty="0" smtClean="0"/>
              <a:t>Range </a:t>
            </a:r>
            <a:r>
              <a:rPr lang="en-US" dirty="0"/>
              <a:t>10 to 30 breaths per minute in increments of 1 (+-1breath</a:t>
            </a:r>
            <a:r>
              <a:rPr lang="en-US" dirty="0" smtClean="0"/>
              <a:t>).</a:t>
            </a:r>
            <a:endParaRPr lang="en-US" dirty="0"/>
          </a:p>
          <a:p>
            <a:pPr lvl="0"/>
            <a:r>
              <a:rPr lang="en-US" dirty="0"/>
              <a:t>Tidal Volume (</a:t>
            </a:r>
            <a:r>
              <a:rPr lang="en-US" dirty="0" err="1"/>
              <a:t>Vt</a:t>
            </a:r>
            <a:r>
              <a:rPr lang="en-US" dirty="0"/>
              <a:t>) optionally Range 250 to 800 ml in steps of 10ml (+-30ml</a:t>
            </a:r>
            <a:r>
              <a:rPr lang="en-US" dirty="0" smtClean="0"/>
              <a:t>).</a:t>
            </a:r>
            <a:endParaRPr lang="en-US" dirty="0"/>
          </a:p>
          <a:p>
            <a:pPr lvl="0"/>
            <a:r>
              <a:rPr lang="en-US" dirty="0" smtClean="0"/>
              <a:t>Oxygen </a:t>
            </a:r>
            <a:r>
              <a:rPr lang="en-US" dirty="0"/>
              <a:t>percent control range 21% to 100% increments of 1% (+-2 </a:t>
            </a:r>
            <a:r>
              <a:rPr lang="en-US" dirty="0" smtClean="0"/>
              <a:t>%).</a:t>
            </a:r>
            <a:endParaRPr lang="en-US" dirty="0"/>
          </a:p>
        </p:txBody>
      </p:sp>
      <p:sp>
        <p:nvSpPr>
          <p:cNvPr id="4" name="TextBox 3"/>
          <p:cNvSpPr txBox="1"/>
          <p:nvPr/>
        </p:nvSpPr>
        <p:spPr>
          <a:xfrm>
            <a:off x="10287000" y="3886200"/>
            <a:ext cx="228600" cy="307777"/>
          </a:xfrm>
          <a:prstGeom prst="rect">
            <a:avLst/>
          </a:prstGeom>
          <a:noFill/>
        </p:spPr>
        <p:txBody>
          <a:bodyPr wrap="square" rtlCol="0">
            <a:spAutoFit/>
          </a:bodyPr>
          <a:lstStyle/>
          <a:p>
            <a:r>
              <a:rPr lang="en-US" sz="1400" dirty="0">
                <a:solidFill>
                  <a:schemeClr val="tx1">
                    <a:lumMod val="75000"/>
                    <a:lumOff val="25000"/>
                  </a:schemeClr>
                </a:solidFill>
              </a:rPr>
              <a:t>2</a:t>
            </a:r>
            <a:endParaRPr lang="en-US" sz="1400" dirty="0">
              <a:solidFill>
                <a:schemeClr val="tx1">
                  <a:lumMod val="75000"/>
                  <a:lumOff val="25000"/>
                </a:schemeClr>
              </a:solidFill>
            </a:endParaRPr>
          </a:p>
        </p:txBody>
      </p:sp>
      <p:sp>
        <p:nvSpPr>
          <p:cNvPr id="5" name="TextBox 4"/>
          <p:cNvSpPr txBox="1"/>
          <p:nvPr/>
        </p:nvSpPr>
        <p:spPr>
          <a:xfrm>
            <a:off x="3886200" y="3909060"/>
            <a:ext cx="228600" cy="307777"/>
          </a:xfrm>
          <a:prstGeom prst="rect">
            <a:avLst/>
          </a:prstGeom>
          <a:noFill/>
        </p:spPr>
        <p:txBody>
          <a:bodyPr wrap="square" rtlCol="0">
            <a:spAutoFit/>
          </a:bodyPr>
          <a:lstStyle/>
          <a:p>
            <a:r>
              <a:rPr lang="en-US" sz="1400" dirty="0">
                <a:solidFill>
                  <a:schemeClr val="tx1">
                    <a:lumMod val="75000"/>
                    <a:lumOff val="25000"/>
                  </a:schemeClr>
                </a:solidFill>
              </a:rPr>
              <a:t>2</a:t>
            </a:r>
            <a:endParaRPr lang="en-US" sz="1400" dirty="0">
              <a:solidFill>
                <a:schemeClr val="tx1">
                  <a:lumMod val="75000"/>
                  <a:lumOff val="25000"/>
                </a:schemeClr>
              </a:solidFill>
            </a:endParaRPr>
          </a:p>
        </p:txBody>
      </p:sp>
      <p:sp>
        <p:nvSpPr>
          <p:cNvPr id="6" name="TextBox 5"/>
          <p:cNvSpPr txBox="1"/>
          <p:nvPr/>
        </p:nvSpPr>
        <p:spPr>
          <a:xfrm>
            <a:off x="6858000" y="3886200"/>
            <a:ext cx="228600" cy="307777"/>
          </a:xfrm>
          <a:prstGeom prst="rect">
            <a:avLst/>
          </a:prstGeom>
          <a:noFill/>
        </p:spPr>
        <p:txBody>
          <a:bodyPr wrap="square" rtlCol="0">
            <a:spAutoFit/>
          </a:bodyPr>
          <a:lstStyle/>
          <a:p>
            <a:r>
              <a:rPr lang="en-US" sz="1400" dirty="0">
                <a:solidFill>
                  <a:schemeClr val="tx1">
                    <a:lumMod val="75000"/>
                    <a:lumOff val="25000"/>
                  </a:schemeClr>
                </a:solidFill>
              </a:rPr>
              <a:t>2</a:t>
            </a:r>
            <a:endParaRPr lang="en-US" sz="1400" dirty="0">
              <a:solidFill>
                <a:schemeClr val="tx1">
                  <a:lumMod val="75000"/>
                  <a:lumOff val="25000"/>
                </a:schemeClr>
              </a:solidFill>
            </a:endParaRPr>
          </a:p>
        </p:txBody>
      </p:sp>
    </p:spTree>
    <p:extLst>
      <p:ext uri="{BB962C8B-B14F-4D97-AF65-F5344CB8AC3E}">
        <p14:creationId xmlns:p14="http://schemas.microsoft.com/office/powerpoint/2010/main" val="273862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EEV-20.1 works in two different </a:t>
            </a:r>
            <a:r>
              <a:rPr lang="en-US" dirty="0" err="1" smtClean="0"/>
              <a:t>enviroments</a:t>
            </a:r>
            <a:endParaRPr lang="en-US" dirty="0"/>
          </a:p>
        </p:txBody>
      </p:sp>
      <p:sp>
        <p:nvSpPr>
          <p:cNvPr id="3" name="Content Placeholder 2"/>
          <p:cNvSpPr>
            <a:spLocks noGrp="1"/>
          </p:cNvSpPr>
          <p:nvPr>
            <p:ph sz="half" idx="1"/>
          </p:nvPr>
        </p:nvSpPr>
        <p:spPr>
          <a:xfrm>
            <a:off x="1066800" y="1825625"/>
            <a:ext cx="10515600" cy="536576"/>
          </a:xfrm>
        </p:spPr>
        <p:txBody>
          <a:bodyPr>
            <a:normAutofit/>
          </a:bodyPr>
          <a:lstStyle/>
          <a:p>
            <a:pPr marL="457200" indent="-457200">
              <a:buFont typeface="+mj-lt"/>
              <a:buAutoNum type="arabicPeriod"/>
            </a:pPr>
            <a:r>
              <a:rPr lang="en-US" dirty="0" smtClean="0"/>
              <a:t>Hospital  (medical air system)</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7800" y="2286000"/>
            <a:ext cx="9296400" cy="4495799"/>
          </a:xfrm>
          <a:prstGeom prst="rect">
            <a:avLst/>
          </a:prstGeom>
        </p:spPr>
      </p:pic>
    </p:spTree>
    <p:extLst>
      <p:ext uri="{BB962C8B-B14F-4D97-AF65-F5344CB8AC3E}">
        <p14:creationId xmlns:p14="http://schemas.microsoft.com/office/powerpoint/2010/main" val="1147173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EEV-20.1 works in two different </a:t>
            </a:r>
            <a:r>
              <a:rPr lang="en-US" dirty="0" err="1" smtClean="0"/>
              <a:t>enviroments</a:t>
            </a:r>
            <a:endParaRPr lang="en-US" dirty="0"/>
          </a:p>
        </p:txBody>
      </p:sp>
      <p:sp>
        <p:nvSpPr>
          <p:cNvPr id="3" name="Content Placeholder 2"/>
          <p:cNvSpPr>
            <a:spLocks noGrp="1"/>
          </p:cNvSpPr>
          <p:nvPr>
            <p:ph sz="half" idx="1"/>
          </p:nvPr>
        </p:nvSpPr>
        <p:spPr>
          <a:xfrm>
            <a:off x="1066800" y="1825625"/>
            <a:ext cx="10515600" cy="536576"/>
          </a:xfrm>
        </p:spPr>
        <p:txBody>
          <a:bodyPr>
            <a:normAutofit/>
          </a:bodyPr>
          <a:lstStyle/>
          <a:p>
            <a:pPr marL="0" indent="0">
              <a:buNone/>
            </a:pPr>
            <a:r>
              <a:rPr lang="en-US" dirty="0" smtClean="0"/>
              <a:t>2.   Field </a:t>
            </a:r>
            <a:r>
              <a:rPr lang="en-US" dirty="0" smtClean="0"/>
              <a:t>hospital </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1137" y="2269744"/>
            <a:ext cx="9263063" cy="4516819"/>
          </a:xfrm>
          <a:prstGeom prst="rect">
            <a:avLst/>
          </a:prstGeom>
        </p:spPr>
      </p:pic>
    </p:spTree>
    <p:extLst>
      <p:ext uri="{BB962C8B-B14F-4D97-AF65-F5344CB8AC3E}">
        <p14:creationId xmlns:p14="http://schemas.microsoft.com/office/powerpoint/2010/main" val="3173537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Monitoring </a:t>
            </a:r>
            <a:r>
              <a:rPr lang="en-US" dirty="0"/>
              <a:t>and Control EEV-20.1</a:t>
            </a:r>
          </a:p>
        </p:txBody>
      </p:sp>
      <p:sp>
        <p:nvSpPr>
          <p:cNvPr id="3" name="Content Placeholder 2"/>
          <p:cNvSpPr>
            <a:spLocks noGrp="1"/>
          </p:cNvSpPr>
          <p:nvPr>
            <p:ph sz="half" idx="1"/>
          </p:nvPr>
        </p:nvSpPr>
        <p:spPr>
          <a:xfrm>
            <a:off x="1066800" y="3581400"/>
            <a:ext cx="4800600" cy="2819399"/>
          </a:xfrm>
        </p:spPr>
        <p:txBody>
          <a:bodyPr/>
          <a:lstStyle/>
          <a:p>
            <a:r>
              <a:rPr lang="en-US" dirty="0" smtClean="0"/>
              <a:t>Monitor from any device by MQTT</a:t>
            </a:r>
            <a:endParaRPr lang="en-US" dirty="0"/>
          </a:p>
          <a:p>
            <a:r>
              <a:rPr lang="en-US" dirty="0" smtClean="0"/>
              <a:t>Easy to control</a:t>
            </a:r>
            <a:endParaRPr lang="en-US" dirty="0"/>
          </a:p>
        </p:txBody>
      </p:sp>
      <p:graphicFrame>
        <p:nvGraphicFramePr>
          <p:cNvPr id="7" name="Content Placeholder 6" descr="Segmented process showing 3 tasks arranged one below the other with downward pointing arrows to indicate progression from first task to second task and second task to third task. Placeholder text for task description   present under each group."/>
          <p:cNvGraphicFramePr>
            <a:graphicFrameLocks noGrp="1"/>
          </p:cNvGraphicFramePr>
          <p:nvPr>
            <p:ph sz="half" idx="2"/>
            <p:extLst>
              <p:ext uri="{D42A27DB-BD31-4B8C-83A1-F6EECF244321}">
                <p14:modId xmlns:p14="http://schemas.microsoft.com/office/powerpoint/2010/main" val="1473942424"/>
              </p:ext>
            </p:extLst>
          </p:nvPr>
        </p:nvGraphicFramePr>
        <p:xfrm>
          <a:off x="6324600" y="1825625"/>
          <a:ext cx="4800600" cy="4575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48826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EEV-20.1 Mechanical Properties</a:t>
            </a:r>
            <a:endParaRPr lang="en-US" dirty="0"/>
          </a:p>
        </p:txBody>
      </p:sp>
      <p:sp>
        <p:nvSpPr>
          <p:cNvPr id="7" name="TextBox 6"/>
          <p:cNvSpPr txBox="1"/>
          <p:nvPr/>
        </p:nvSpPr>
        <p:spPr>
          <a:xfrm>
            <a:off x="1600200" y="2819400"/>
            <a:ext cx="10744200" cy="1938992"/>
          </a:xfrm>
          <a:prstGeom prst="rect">
            <a:avLst/>
          </a:prstGeom>
          <a:noFill/>
        </p:spPr>
        <p:txBody>
          <a:bodyPr wrap="square" rtlCol="0">
            <a:spAutoFit/>
          </a:bodyPr>
          <a:lstStyle/>
          <a:p>
            <a:r>
              <a:rPr lang="en-US" sz="2400" dirty="0" smtClean="0">
                <a:solidFill>
                  <a:schemeClr val="tx1">
                    <a:lumMod val="75000"/>
                    <a:lumOff val="25000"/>
                  </a:schemeClr>
                </a:solidFill>
              </a:rPr>
              <a:t/>
            </a:r>
            <a:br>
              <a:rPr lang="en-US" sz="2400" dirty="0" smtClean="0">
                <a:solidFill>
                  <a:schemeClr val="tx1">
                    <a:lumMod val="75000"/>
                    <a:lumOff val="25000"/>
                  </a:schemeClr>
                </a:solidFill>
              </a:rPr>
            </a:br>
            <a:r>
              <a:rPr lang="en-US" sz="2400" dirty="0" smtClean="0">
                <a:solidFill>
                  <a:schemeClr val="tx1">
                    <a:lumMod val="75000"/>
                    <a:lumOff val="25000"/>
                  </a:schemeClr>
                </a:solidFill>
              </a:rPr>
              <a:t>1- Simplicity.</a:t>
            </a:r>
            <a:br>
              <a:rPr lang="en-US" sz="2400" dirty="0" smtClean="0">
                <a:solidFill>
                  <a:schemeClr val="tx1">
                    <a:lumMod val="75000"/>
                    <a:lumOff val="25000"/>
                  </a:schemeClr>
                </a:solidFill>
              </a:rPr>
            </a:br>
            <a:r>
              <a:rPr lang="en-US" sz="2400" dirty="0" smtClean="0">
                <a:solidFill>
                  <a:schemeClr val="tx1">
                    <a:lumMod val="75000"/>
                    <a:lumOff val="25000"/>
                  </a:schemeClr>
                </a:solidFill>
              </a:rPr>
              <a:t>2- Low Weight ( Doesn’t Exceed 3kg )</a:t>
            </a:r>
            <a:br>
              <a:rPr lang="en-US" sz="2400" dirty="0" smtClean="0">
                <a:solidFill>
                  <a:schemeClr val="tx1">
                    <a:lumMod val="75000"/>
                    <a:lumOff val="25000"/>
                  </a:schemeClr>
                </a:solidFill>
              </a:rPr>
            </a:br>
            <a:r>
              <a:rPr lang="en-US" sz="2400" dirty="0" smtClean="0">
                <a:solidFill>
                  <a:schemeClr val="tx1">
                    <a:lumMod val="75000"/>
                    <a:lumOff val="25000"/>
                  </a:schemeClr>
                </a:solidFill>
              </a:rPr>
              <a:t>3- Will be injected in a Plastic Mold (</a:t>
            </a:r>
            <a:r>
              <a:rPr lang="en-US" sz="2400" dirty="0">
                <a:solidFill>
                  <a:schemeClr val="tx1">
                    <a:lumMod val="75000"/>
                    <a:lumOff val="25000"/>
                  </a:schemeClr>
                </a:solidFill>
              </a:rPr>
              <a:t>Material - - -&gt; Plastic </a:t>
            </a:r>
            <a:r>
              <a:rPr lang="en-US" sz="2400" dirty="0" smtClean="0">
                <a:solidFill>
                  <a:schemeClr val="tx1">
                    <a:lumMod val="75000"/>
                    <a:lumOff val="25000"/>
                  </a:schemeClr>
                </a:solidFill>
              </a:rPr>
              <a:t>ABS)</a:t>
            </a:r>
            <a:br>
              <a:rPr lang="en-US" sz="2400" dirty="0" smtClean="0">
                <a:solidFill>
                  <a:schemeClr val="tx1">
                    <a:lumMod val="75000"/>
                    <a:lumOff val="25000"/>
                  </a:schemeClr>
                </a:solidFill>
              </a:rPr>
            </a:br>
            <a:r>
              <a:rPr lang="en-US" sz="2400" dirty="0" smtClean="0">
                <a:solidFill>
                  <a:schemeClr val="tx1">
                    <a:lumMod val="75000"/>
                    <a:lumOff val="25000"/>
                  </a:schemeClr>
                </a:solidFill>
              </a:rPr>
              <a:t>4- Each Mechanical &amp; Pneumatic Component are widely available in Egypt</a:t>
            </a:r>
          </a:p>
        </p:txBody>
      </p:sp>
    </p:spTree>
    <p:extLst>
      <p:ext uri="{BB962C8B-B14F-4D97-AF65-F5344CB8AC3E}">
        <p14:creationId xmlns:p14="http://schemas.microsoft.com/office/powerpoint/2010/main" val="2637673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Medical Design 16x9">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presentation (widescreen)</Template>
  <TotalTime>406</TotalTime>
  <Words>262</Words>
  <Application>Microsoft Office PowerPoint</Application>
  <PresentationFormat>Widescreen</PresentationFormat>
  <Paragraphs>51</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Franklin Gothic Medium</vt:lpstr>
      <vt:lpstr>Medical Design 16x9</vt:lpstr>
      <vt:lpstr>EEV-20.1</vt:lpstr>
      <vt:lpstr>Medical ventilators and COVID-19</vt:lpstr>
      <vt:lpstr>EEV-20.1</vt:lpstr>
      <vt:lpstr>EEV-20.1</vt:lpstr>
      <vt:lpstr>EEV-20.1 works in two different enviroments</vt:lpstr>
      <vt:lpstr>EEV-20.1 works in two different enviroments</vt:lpstr>
      <vt:lpstr>Monitoring and Control EEV-20.1</vt:lpstr>
      <vt:lpstr>EEV-20.1 Mechanical Properties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EEV-20.1</dc:title>
  <dc:creator>Family</dc:creator>
  <cp:lastModifiedBy>Ahmed Elprince</cp:lastModifiedBy>
  <cp:revision>15</cp:revision>
  <dcterms:created xsi:type="dcterms:W3CDTF">2020-04-10T01:56:48Z</dcterms:created>
  <dcterms:modified xsi:type="dcterms:W3CDTF">2020-04-10T10:14:44Z</dcterms:modified>
</cp:coreProperties>
</file>